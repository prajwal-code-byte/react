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F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— Part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&amp;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+ Validation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– BTIN231 | S-VYASA University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0" y="914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371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Controlled Components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184708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Uncontrolled Components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232257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Controlled vs Uncontrolled Comparison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798064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Form Elements (input, select, textarea)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327355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Form Validation Techniques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3749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Real-World Registration 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457200" y="0"/>
            <a:ext cx="4572000" cy="5143500"/>
          </a:xfrm>
          <a:prstGeom prst="line">
            <a:avLst/>
          </a:prstGeom>
          <a:noFill/>
          <a:ln w="762000">
            <a:solidFill>
              <a:srgbClr val="6B5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828800" y="0"/>
            <a:ext cx="4572000" cy="5143500"/>
          </a:xfrm>
          <a:prstGeom prst="line">
            <a:avLst/>
          </a:prstGeom>
          <a:noFill/>
          <a:ln w="762000">
            <a:solidFill>
              <a:srgbClr val="6B5F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Components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as the Single Source of Truth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Components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03920" cy="50292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12648"/>
            <a:ext cx="8321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component is a form element whose value is entirely controlled by React state. Every keystroke updates state; state drives the input value.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Controlled Input &amp; Select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5212080" cy="356616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3444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ControlledInput()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[value, setValue] = useState(""); // React controls value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type="text"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value={value}                           // ← controlled by state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onChange={(e) =&gt; setValue(e.target.value)}  // ← state updated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placeholder="Type something..."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&lt;p&gt;You typed: &lt;strong&gt;{value}&lt;/strong&gt;&lt;/p&gt;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&lt;p&gt;Characters: {value.length}&lt;/p&gt;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setValue("")}&gt;Clear&lt;/button&gt;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Controlled Select ────────────────────────────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ControlledSelect()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[branch, setBranch] = useState("CSE");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&lt;select value={branch} onChange={e =&gt; setBranch(e.target.value)}&gt;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&lt;option value="CSE"&gt;CSE AI&amp;ML&lt;/option&gt;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&lt;option value="ECE"&gt;ECE&lt;/option&gt;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&lt;option value="MECH"&gt;Mechanical&lt;/option&gt;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&lt;/select&gt;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0" y="1188720"/>
            <a:ext cx="3246120" cy="146304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2344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When to Use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15270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validation on each keystroke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06440" y="18196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Conditional rendering based on input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06440" y="21122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 to transform input (e.g. uppercase)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06440" y="24048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 submit with full state access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06440" y="2697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Interdependent fields (password confirm)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0" y="2743200"/>
            <a:ext cx="3246120" cy="182880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7889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3090672"/>
            <a:ext cx="3017520" cy="2194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0906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0" y="331927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60720" y="3346704"/>
            <a:ext cx="301752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33467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onChange fires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32320" y="3575304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760720" y="3602736"/>
            <a:ext cx="3017520" cy="219456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36027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setValue(e.target.value)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0" y="3831336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60720" y="3858768"/>
            <a:ext cx="301752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38587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re-renders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32320" y="4087368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60720" y="4114800"/>
            <a:ext cx="3017520" cy="219456"/>
          </a:xfrm>
          <a:prstGeom prst="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41148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shows new value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Components &amp; useRef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03920" cy="50292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12648"/>
            <a:ext cx="8321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uncontrolled component stores its value in the DOM itself, not in React state. You access it via a ref (reference) when needed.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Uncontrolled with useRef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5212080" cy="356616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3444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useRef } from 'react';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UncontrolledForm()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nameRef    = useRef(null);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emailRef   = useRef(null);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fileRef    = useRef(null);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handleSubmit = (e)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e.preventDefault();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console.log("Name:",  nameRef.current.value);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console.log("Email:", emailRef.current.value);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Access file input — controlled is harder for files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file = fileRef.current.files[0];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console.log("File:", file?.name);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&lt;form onSubmit={handleSubmit}&gt;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ref={nameRef}  type="text"  placeholder="Name"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ref={emailRef} type="email" placeholder="Email"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ref={fileRef}  type="file"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type="submit"&gt;Submit&lt;/button&gt;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&lt;/form&gt;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Note: No onChange needed — DOM holds the value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0" y="1188720"/>
            <a:ext cx="3246120" cy="146304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2344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When to Use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15270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inputs (always uncontrolled)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06440" y="18470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forms that don't need validation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06440" y="21671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Integrating with non-React libraries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06440" y="24871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Performance-sensitive large forms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0" y="2743200"/>
            <a:ext cx="3246120" cy="1600200"/>
          </a:xfrm>
          <a:prstGeom prst="rect">
            <a:avLst/>
          </a:prstGeom>
          <a:solidFill>
            <a:srgbClr val="FFEBE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7889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6440" y="30815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Can't validate on every keystroke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06440" y="33832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to implement real-time feedback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06440" y="36850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Value not in sync with React state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06440" y="39867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Avoid for complex multi-field forms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vs Uncontrolled – Comparison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2743200" cy="3474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621792"/>
            <a:ext cx="2743200" cy="34747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621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621792"/>
            <a:ext cx="27432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621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005840"/>
            <a:ext cx="2743200" cy="438912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03327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stored 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08960" y="1005840"/>
            <a:ext cx="2743200" cy="438912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103327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(useState)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1005840"/>
            <a:ext cx="2743200" cy="438912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103327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(the input itself)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1490472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517904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value via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08960" y="1490472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1517904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variable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0" y="1490472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1517904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ref.current.value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1975104"/>
            <a:ext cx="2743200" cy="438912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002536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08960" y="1975104"/>
            <a:ext cx="2743200" cy="438912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2112" y="2002536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keystroke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0" y="1975104"/>
            <a:ext cx="2743200" cy="438912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16752" y="2002536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submit only (mostly)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459736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48716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Re-renders on input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08960" y="2459736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2112" y="248716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(each keystroke)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0" y="2459736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248716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(no state change)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2944368"/>
            <a:ext cx="2743200" cy="438912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97180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feedback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08960" y="2944368"/>
            <a:ext cx="2743200" cy="438912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82112" y="297180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Excellent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43600" y="2944368"/>
            <a:ext cx="2743200" cy="438912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16752" y="297180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Not straightforward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342900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345643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inputs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08960" y="342900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82112" y="345643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Not supported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43600" y="342900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16752" y="345643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Required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3913632"/>
            <a:ext cx="2743200" cy="438912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3941064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108960" y="3913632"/>
            <a:ext cx="2743200" cy="438912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82112" y="3941064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(more code)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943600" y="3913632"/>
            <a:ext cx="2743200" cy="438912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16752" y="3941064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(less code)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4398264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4425696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108960" y="4398264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82112" y="4425696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forms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943600" y="4398264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16752" y="4425696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forms / files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4892040"/>
            <a:ext cx="8503920" cy="164592"/>
          </a:xfrm>
          <a:prstGeom prst="rect">
            <a:avLst/>
          </a:prstGeom>
          <a:solidFill>
            <a:srgbClr val="EAE8FF"/>
          </a:solidFill>
          <a:ln w="6350">
            <a:solidFill>
              <a:srgbClr val="5B4FC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901184"/>
            <a:ext cx="8321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RULE: Default to Controlled for all form fields. Use Uncontrolled only for file inputs or legacy integrations.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457200" y="0"/>
            <a:ext cx="4572000" cy="5143500"/>
          </a:xfrm>
          <a:prstGeom prst="line">
            <a:avLst/>
          </a:prstGeom>
          <a:noFill/>
          <a:ln w="762000">
            <a:solidFill>
              <a:srgbClr val="6B5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828800" y="0"/>
            <a:ext cx="4572000" cy="5143500"/>
          </a:xfrm>
          <a:prstGeom prst="line">
            <a:avLst/>
          </a:prstGeom>
          <a:noFill/>
          <a:ln w="762000">
            <a:solidFill>
              <a:srgbClr val="6B5F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Elements in React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· select · textarea · checkbox · radio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All Form Input Types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365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Input Types – Controlled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5486400" cy="44348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0080"/>
            <a:ext cx="530352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AllInputsDemo()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[text,     setText]     = useState("");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[email,    setEmail]    = useState("");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[password, setPassword] = useState("");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[bio,      setBio]      = useState("");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[branch,   setBranch]   = useState("CSE");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[agree,    setAgree]    = useState(false);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[gender,   setGender]   = useState("male");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&lt;form&gt;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Text Input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type="text"     value={text}     onChange={e=&gt;setText(e.target.value)} /&gt;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Email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type="email"    value={email}    onChange={e=&gt;setEmail(e.target.value)} /&gt;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Password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type="password" value={password} onChange={e=&gt;setPassword(e.target.value)} /&gt;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Textarea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&lt;textarea value={bio} onChange={e=&gt;setBio(e.target.value)} /&gt;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Select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&lt;select value={branch} onChange={e=&gt;setBranch(e.target.value)}&gt;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&lt;option value="CSE"&gt;CSE AI&amp;ML&lt;/option&gt;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&lt;option value="ECE"&gt;ECE&lt;/option&gt;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&lt;/select&gt;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Checkbox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type="checkbox" checked={agree}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onChange={e=&gt;setAgree(e.target.checked)} /&gt;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Radio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type="radio" value="male"   checked={gender==="male"}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onChange={e=&gt;setGender(e.target.value)} /&gt; Male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type="radio" value="female" checked={gender==="female"}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onChange={e=&gt;setGender(e.target.value)} /&gt; Female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&lt;/form&gt;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5943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Type Quick Reference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3017520" cy="50292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9326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4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/ email / password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89320" y="117043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onChange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0" y="1463040"/>
            <a:ext cx="3017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4813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4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textarea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89320" y="171907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onChange (not children!)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0" y="2011680"/>
            <a:ext cx="3017520" cy="50292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20299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4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89320" y="226771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onChange on &lt;select&gt;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0" y="2560320"/>
            <a:ext cx="3017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257860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4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checkbox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89320" y="281635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+ onChange (not value)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43600" y="3108960"/>
            <a:ext cx="3017520" cy="50292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31272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4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89320" y="336499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checked={state==='val'} + onChange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0" y="3657600"/>
            <a:ext cx="3017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36758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4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/ range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89320" y="391363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onChange, parse with +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0" y="4206240"/>
            <a:ext cx="3017520" cy="50292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42245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4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89320" y="446227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— use ref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457200" y="0"/>
            <a:ext cx="4572000" cy="5143500"/>
          </a:xfrm>
          <a:prstGeom prst="line">
            <a:avLst/>
          </a:prstGeom>
          <a:noFill/>
          <a:ln w="762000">
            <a:solidFill>
              <a:srgbClr val="6B5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828800" y="0"/>
            <a:ext cx="4572000" cy="5143500"/>
          </a:xfrm>
          <a:prstGeom prst="line">
            <a:avLst/>
          </a:prstGeom>
          <a:noFill/>
          <a:ln w="762000">
            <a:solidFill>
              <a:srgbClr val="6B5F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in React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Validation Techniques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– Inline &amp; On Submit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36576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 Validation Example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5212080" cy="43434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0080"/>
            <a:ext cx="502920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RegistrationForm()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[form, setForm]     = useState({ name:"", email:"", password:""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[errors, setErrors] = useState({});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validate = 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newErrors = {};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(!form.name.trim())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newErrors.name = "Name is required.";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(!form.email.includes("@"))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newErrors.email = "Enter a valid email.";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(form.password.length &lt; 8)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newErrors.password = "Password must be at least 8 characters.";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newErrors;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handleSubmit = (e)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e.preventDefault();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found = validate();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(Object.keys(found).length &gt; 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setErrors(found);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setErrors({});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alert("Registration successful!");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&lt;form onSubmit={handleSubmit}&gt;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&lt;input value={form.name}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onChange={e =&gt; setForm({...form, name: e.target.value})}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placeholder="Full Name"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style={{ borderColor: errors.name ? "red" : "gray" }}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{errors.name &amp;&amp; &lt;span style={{color:"red"}}&gt;{errors.name}&lt;/span&gt;}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&lt;input value={form.email} type="email"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onChange={e =&gt; setForm({...form, email: e.target.value})}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placeholder="Email"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style={{ borderColor: errors.email ? "red" : "gray" }}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{errors.email &amp;&amp; &lt;span style={{color:"red"}}&gt;{errors.email}&lt;/span&gt;}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&lt;input value={form.password} type="password"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onChange={e =&gt; setForm({...form, password: e.target.value})}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placeholder="Password"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style={{ borderColor: errors.password ? "red" : "gray" }}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{errors.password &amp;&amp; &lt;span style={{color:"red"}}&gt;{errors.password}&lt;/span&gt;}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type="submit"&gt;Register&lt;/button&gt;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&lt;/form&gt;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0" y="59436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914400"/>
            <a:ext cx="3246120" cy="1143000"/>
          </a:xfrm>
          <a:prstGeom prst="rect">
            <a:avLst/>
          </a:prstGeom>
          <a:solidFill>
            <a:srgbClr val="EAE8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914400"/>
            <a:ext cx="13716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914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Submit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15000" y="12984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fields when submit button is clicked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71500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Less interruption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2176272"/>
            <a:ext cx="3246120" cy="1143000"/>
          </a:xfrm>
          <a:prstGeom prst="rect">
            <a:avLst/>
          </a:prstGeom>
          <a:solidFill>
            <a:srgbClr val="EAE8F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2176272"/>
            <a:ext cx="13716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1762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Blur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15000" y="2560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 field when user leaves it (onBlur)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15000" y="2907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Balance of UX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3438144"/>
            <a:ext cx="3246120" cy="1143000"/>
          </a:xfrm>
          <a:prstGeom prst="rect">
            <a:avLst/>
          </a:prstGeom>
          <a:solidFill>
            <a:srgbClr val="EAE8FF"/>
          </a:solidFill>
          <a:ln w="19050">
            <a:solidFill>
              <a:srgbClr val="5B4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3438144"/>
            <a:ext cx="1371600" cy="34747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4381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Change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15000" y="38221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 real-time as user types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715000" y="41696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Instant feedback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Real-World: Student Registration Form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36576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Reusable FormField + RULES Config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5029200" cy="43434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0080"/>
            <a:ext cx="484632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Validation rules as a config object 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RULES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   v =&gt; v.trim().length &lt; 2    ? "Min 2 characters"          : "",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   v =&gt; !/S+@S+.S+/.test(v)? "Invalid email format"      : "",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phone:    v =&gt; !/^d{10}$/.test(v)    ? "Enter 10-digit number"     : "",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cgpa:     v =&gt; v &lt; 0 || v &gt; 10        ? "CGPA must be 0 – 10"       : "",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password: v =&gt; v.length &lt; 8           ? "Min 8 characters required"  : "",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Reusable input component with inline error 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FormField({ label, name, value, type="text", onChange, error 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style={{ marginBottom: "12px" }}&gt;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&lt;label&gt;&lt;strong&gt;{label}&lt;/strong&gt;&lt;/label&gt;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type={type}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value={value}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name={name}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onChange={onChange}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style={{ display:"block", width:"100%", padding:"6px",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borderColor: error ? "#E74C3C" : "#ccc",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borderWidth: "1px", borderStyle: "solid",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borderRadius: "4px" 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{error &amp;&amp;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&lt;span style={{ color: "#E74C3C", fontSize: "12px" }}&gt;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⚠ {error}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&lt;/span&gt;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0" y="365760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StudentRegistration Component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12080" y="594360"/>
            <a:ext cx="3703320" cy="43434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640080"/>
            <a:ext cx="35204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Main Form Component 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StudentRegistration()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[form, setForm] = useState({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name:"", email:"", phone:"", cgpa:"", password:""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[errors, setErrors] = useState({});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[success, setSuccess] = useState(false);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handleChange = (e)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{ name, value } = e.target;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setForm(prev =&gt; ({ ...prev, [name]: value }));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Validate on change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err = RULES[name]?.(value) || "";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setErrors(prev =&gt; ({ ...prev, [name]: err }));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handleSubmit = (e)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e.preventDefault();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allErrors = {};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Object.keys(RULES).forEach(key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err = RULES[key](form[key]);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(err) allErrors[key] = err;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(Object.keys(allErrors).length &gt; 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setErrors(allErrors);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setSuccess(true);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console.log("Registered:", form);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(success) return &lt;h2&gt;✅ Registration Successful!&lt;/h2&gt;;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&lt;form onSubmit={handleSubmit}&gt;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{Object.keys(form).map(key =&gt;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&lt;FormField key={key} label={key} name={key}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value={form[key]} onChange={handleChange}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error={errors[key]}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type={key==="password" ? "password" : "text"}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type="submit"&gt;Register&lt;/button&gt;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&lt;/form&gt;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– Dos, Don'ts &amp; Best Practices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91440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94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on blur AND on submit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3167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 error messages next to the field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7007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clear, human-readable error messages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848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Disable submit button if errors exist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4688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validate on server-side too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594360"/>
            <a:ext cx="1005840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594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DON'T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9326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validate on submit (poor UX)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3167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 generic 'Invalid input' messages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7007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all errors on any field change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0848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alert() for validation feedback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4688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Skip server-side validation (security risk)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164592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Best Practices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4114800" cy="54864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2841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errors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5661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error messages to inputs using aria-describedby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931920"/>
            <a:ext cx="4114800" cy="54864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9684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206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visual strength meter instead of just an error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291840"/>
            <a:ext cx="4114800" cy="54864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32841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5661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clear success feedback (green tick, message) after valid submit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931920"/>
            <a:ext cx="4114800" cy="54864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9684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state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4206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form and show spinner while async validation runs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Validation Exercises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Login Form with Validation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Login form with controlled inputs: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Email: validate format (@, domain)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Password: min 6 chars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 inline error messages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 valid submit: show "Login Successful!" message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Bonus: show/hide password toggle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LoginForm.jsx — Complete Solution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850392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5960"/>
            <a:ext cx="8321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LoginForm()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[email,    setEmail]    = useState("");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[password, setPassword] = useState("");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[showPass, setShowPass] = useState(false);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[errors,   setErrors]   = useState({});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[success,  setSuccess]  = useState(false);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validate = 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e = {};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(!/S+@S+.S+/.test(email))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e.email = "Enter a valid email address.";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(password.length &lt; 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e.password = "Password must be at least 6 characters.";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handleSubmit = (e)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e.preventDefault();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errs = validate();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(Object.keys(errs).length &gt; 0) return setErrors(errs);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setSuccess(true);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(success) return &lt;h2 style={{color:"green"}}&gt;✅ Login Successful!&lt;/h2&gt;;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&lt;form onSubmit={handleSubmit} style={{ maxWidth:"320px", margin:"auto" }}&gt;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&lt;h2&gt;Login&lt;/h2&gt;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type="email" value={email}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onChange={e=&gt;{setEmail(e.target.value);setErrors({})}}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placeholder="Email"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style={{ borderColor: errors.email ? "red":"gray" }}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{errors.email &amp;&amp; &lt;p style={{color:"red"}}&gt;{errors.email}&lt;/p&gt;}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style={{ position:"relative" }}&gt;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&lt;input type={showPass?"text":"password"} value={password}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onChange={e=&gt;{setPassword(e.target.value);setErrors({})}}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placeholder="Password"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style={{ borderColor: errors.password ? "red":"gray" }}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&lt;button type="button" onClick={()=&gt;setShowPass(!showPass)}&gt;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{showPass ? "Hide" : "Show"}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{errors.password &amp;&amp; &lt;p style={{color:"red"}}&gt;{errors.password}&lt;/p&gt;}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type="submit"&gt;Login&lt;/button&gt;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&lt;/form&gt;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– Forms &amp; Validation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411480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6400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controlled component?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9418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form element whose value is driven by React state via value + onChange.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72184"/>
            <a:ext cx="411480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7218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4904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you use an uncontrolled component?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7922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Primarily for file inputs, or when integrating with non-React libraries.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411480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3225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34086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prop handles checkboxes differently from text inputs?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64261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 checked (not value) for checkboxes, with onChange reading e.target.checked.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172968"/>
            <a:ext cx="411480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1729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19125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purpose of e.preventDefault() in form submit?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4930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Stops the browser's default full-page reload that happens on form submission.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023360"/>
            <a:ext cx="411480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0233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0416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you only validate client-side?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343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No. Always also validate on the server — client-side validation is for UX only.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– Complete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1005840" cy="82296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836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25880" y="658368"/>
            <a:ext cx="7498080" cy="822960"/>
          </a:xfrm>
          <a:prstGeom prst="rect">
            <a:avLst/>
          </a:prstGeom>
          <a:solidFill>
            <a:srgbClr val="EAE8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69494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&amp; Component Communication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10058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syntax · Destructuring · PropTypes · Drilling · Callbacks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82496"/>
            <a:ext cx="1005840" cy="82296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82496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25880" y="1682496"/>
            <a:ext cx="7498080" cy="822960"/>
          </a:xfrm>
          <a:prstGeom prst="rect">
            <a:avLst/>
          </a:prstGeom>
          <a:solidFill>
            <a:srgbClr val="F3F4F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17190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with useState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20299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syntax · State vs Props · Multiple states · Lifting state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06624"/>
            <a:ext cx="1005840" cy="82296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706624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25880" y="2706624"/>
            <a:ext cx="7498080" cy="822960"/>
          </a:xfrm>
          <a:prstGeom prst="rect">
            <a:avLst/>
          </a:prstGeom>
          <a:solidFill>
            <a:srgbClr val="EAE8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2743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17320" y="305409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SyntheticEvent · Common events · Passing args · preventDefault · Bubbling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30752"/>
            <a:ext cx="1005840" cy="82296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3075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25880" y="3730752"/>
            <a:ext cx="7498080" cy="822960"/>
          </a:xfrm>
          <a:prstGeom prst="rect">
            <a:avLst/>
          </a:prstGeom>
          <a:solidFill>
            <a:srgbClr val="F3F4F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37673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Forms &amp; Validation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17320" y="407822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· Uncontrolled · All input types · Validation · Best practices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– Part 4: Forms &amp; Validation</dc:title>
  <dc:subject>PptxGenJS Presentation</dc:subject>
  <dc:creator>PptxGenJS</dc:creator>
  <cp:lastModifiedBy>PptxGenJS</cp:lastModifiedBy>
  <cp:revision>1</cp:revision>
  <dcterms:created xsi:type="dcterms:W3CDTF">2026-04-14T14:04:16Z</dcterms:created>
  <dcterms:modified xsi:type="dcterms:W3CDTF">2026-04-14T14:04:16Z</dcterms:modified>
</cp:coreProperties>
</file>