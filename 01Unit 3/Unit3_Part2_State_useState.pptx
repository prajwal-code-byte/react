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useState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BTIN231 | S-VYASA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useState Hook – Syntax &amp; Usage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8470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vs Props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32257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Multiple State Variables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79806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State Updates &amp; Re-rendering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Lifting State 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749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Common Mistakes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58368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8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6766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124712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24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is Needed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591056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6093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useState Hook – Syntax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0756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vs Props (Comparison Table)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542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&amp; Re-rendering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90088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00837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State Variables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State Up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22776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94106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&amp; Best Practices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4074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4572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700000">
            <a:off x="1828800" y="0"/>
            <a:ext cx="4572000" cy="5143500"/>
          </a:xfrm>
          <a:prstGeom prst="line">
            <a:avLst/>
          </a:prstGeom>
          <a:noFill/>
          <a:ln w="762000">
            <a:solidFill>
              <a:srgbClr val="6B5F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State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Components Need Memory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State in React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412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a built-in React object used to store and manage dynamic data inside a component. Unlike props, state is mutable and managed within the component itself.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993392" cy="1463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component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inside the component that declares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234440"/>
            <a:ext cx="1993392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2984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re-render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7556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state causes React to update the UI automatically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234440"/>
            <a:ext cx="1993392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2984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17556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values can change, unlike props which are read-only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234440"/>
            <a:ext cx="1993392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2984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94576" y="1755648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component can access a component's internal state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1371600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Real-World Analogy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200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state like a whiteboard inside a classroom. The teacher (component) can write, erase, and update it. Students (users) see the latest version. But a visitor (another component) can't directly write on it.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5146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Need State (Problem)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438912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78892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state — static, no interaction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count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&lt;p&gt;Count: {count}&lt;/p&gt;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count++}&gt;+&lt;/button&gt;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❌ UI does NOT update */}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useState Hook – Syntax &amp; Anatomy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&amp; Declare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Syntax: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[stateVariable, setterFunction] = useState(initialValue);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Examples ─────────────────────────────────────────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  setCount]   = useState(0);      //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[name,    setName]    = useState("");      //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[isOpen,  setIsOpen]  = useState(false);  // boolean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[user,    setUser]    = useState(null);   // object/null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  setItems]   = useState([]);     // array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useState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8503920" cy="155448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variable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[count,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value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function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value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0" y="3063240"/>
            <a:ext cx="3017520" cy="155448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Rules of Hooks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call inside functional components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694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call at TOP level (not in if/loops)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06440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modify state directly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4279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Import from 'react'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in Action – Toggle &amp; Counter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Component Examples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30352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Example 1: Toggle 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ToggleMessage()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[isVisible, setIsVisible]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setIsVisible(!isVisible)}&gt;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{isVisible ? "Hide" : "Show"}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{isVisible &amp;&amp; &lt;p&gt;Hello, CSE AI&amp;ML Students! 🎉&lt;/p&gt;}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Example 2: Counter 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&lt;h2&gt;Counter: {count}&lt;/h2&gt;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+ 1)}&gt;+&lt;/button&gt;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- 1)}&gt;-&lt;/button&gt;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setCount(0)}&gt;Reset&lt;/button&gt;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594360"/>
            <a:ext cx="3200400" cy="411480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640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 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005840"/>
            <a:ext cx="28346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clicks button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3898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83464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 handler runs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18928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011680"/>
            <a:ext cx="2834640" cy="36576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setState is called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23957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514600"/>
            <a:ext cx="2834640" cy="365760"/>
          </a:xfrm>
          <a:prstGeom prst="rect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React schedules update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28986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017520"/>
            <a:ext cx="28346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Component re-renders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4015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3520440"/>
            <a:ext cx="2834640" cy="365760"/>
          </a:xfrm>
          <a:prstGeom prst="rect">
            <a:avLst/>
          </a:prstGeom>
          <a:solidFill>
            <a:srgbClr val="3D2FA8"/>
          </a:solidFill>
          <a:ln w="12700">
            <a:solidFill>
              <a:srgbClr val="3D2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New UI displayed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vs Props – Comparison Table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743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594360"/>
            <a:ext cx="2743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594360"/>
            <a:ext cx="2743200" cy="34747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594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978408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00584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978408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00584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component itself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978408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00584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from parent component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49047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51790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149047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51790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(can change over time)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490472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51790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(read-only)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02996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002536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02996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(via setState)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002536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029968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component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5146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54203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25146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254203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dynamic internal data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54203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into a component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026664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5409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re-render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3026664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82112" y="305409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on every state change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026664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3054096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when new props arrive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538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56616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08960" y="3538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82112" y="356616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useState(initial)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3538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3566160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defaultProps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050792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07822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08960" y="4050792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82112" y="407822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 the component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0" y="4050792"/>
            <a:ext cx="2743200" cy="457200"/>
          </a:xfrm>
          <a:prstGeom prst="rect">
            <a:avLst/>
          </a:prstGeom>
          <a:solidFill>
            <a:srgbClr val="EAE8FF"/>
          </a:solidFill>
          <a:ln w="6350">
            <a:solidFill>
              <a:srgbClr val="CCCC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4078224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the child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3434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of Thumb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503920" cy="320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6177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Quick rule of thumb: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Use STATE when data changes over time inside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• Use PROPS when data flows in from a parent component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State Variables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3657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Independent State Variables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5029200" cy="4114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RegistrationForm()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✅ Separate state for each field — RECOMMENDED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[name,     setName] 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[email,    setEmail]   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[password, setPassword] = useState("");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[agreed,   setAgreed]  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(!agreed) return alert("Please accept terms");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console.log({ name, email, password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value={name}     onChange={e =&gt; setName(e.target.value)}     placeholder="Name"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value={email}    onChange={e =&gt; setEmail(e.target.value)}    placeholder="Email"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value={password} onChange={e =&gt; setPassword(e.target.value)} placeholder="Password" type="password"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type="checkbox" checked={agreed}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onChange={e =&gt; setAgreed(e.target.checked)}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accept the terms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&lt;/label&gt;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onClick={handleSubmit}&gt;Register&lt;/button&gt;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40680" y="594360"/>
            <a:ext cx="347472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6400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 — Separate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useState per independent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207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Easier to update one field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Cleaner, more readable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792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risk of overwriting sibling 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State — Common Trap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240280"/>
            <a:ext cx="3474720" cy="24688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2860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DON'T — Object state (mistake-prone)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[form, setForm] = useState({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"", email: 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This WIPES email when updating name!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setForm({ name: "Rahul"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If you must use object, spread first: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setForm(prev =&gt; ({ ...prev, name: "Rahul" }));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State 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03920" cy="5029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12648"/>
            <a:ext cx="8412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or more sibling components need to share the same state, move (lift) that state to their closest common ancestor and pass it down as props.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Example: Temperature Converter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02920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BEFORE lifting: state in individual siblings 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Problem: ComponentA and ComponentB have separate states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AFTER lifting: state in parent 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TemperatureConverter()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[celsius, setCelsius] = useState("");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fahrenheit = celsius !== 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(parseFloat(celsius) * 9/5 + 32).toFixed(2) : "";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&lt;h2&gt;Temperature Converter&lt;/h2&gt;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&lt;CelsiusInput    celsius={celsius} onChange={setCelsius}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&lt;FahrenheitOutput fahrenheit={fahrenheit}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CelsiusInput({ celsius, onChange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value={celsius}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onChange={e =&gt; onChange(e.target.value)}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placeholder="Enter Celsius"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FahrenheitOutput({ fahrenheit 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&lt;p&gt;Fahrenheit: {fahrenheit}&lt;/p&gt;;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3383280" cy="91440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188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TemperatureConverter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(holds celsius state)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↙  props.celsius        props.fahrenheit  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514600"/>
            <a:ext cx="146304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CelsiusInput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514600"/>
            <a:ext cx="155448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Fahrenheit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3246120"/>
            <a:ext cx="3474720" cy="1417320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291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Lift State?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584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sibling components show same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action in one component should update another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4224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Computed value depends on multiple states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State Mistakes – Do's &amp; Don'ts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040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Direct mutation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setItems] = useState([]);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items.push("new");  // WRONG — won't trigger re-render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Correct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658368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040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Always use setter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setItems([...items, "new"]);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8503920" cy="0"/>
          </a:xfrm>
          <a:prstGeom prst="line">
            <a:avLst/>
          </a:prstGeom>
          <a:noFill/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288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03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Stale state in async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setCount(count + 1);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setCount(count + 1); // both read same stale count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Correct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031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Functional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setCount(prev =&gt; prev + 1);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setCount(prev =&gt; prev + 1); // correct: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8503920" cy="0"/>
          </a:xfrm>
          <a:prstGeom prst="line">
            <a:avLst/>
          </a:prstGeom>
          <a:noFill/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27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0215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State in conditions / loops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[a, setA] = useState(0); // WRONG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32278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Correct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456432"/>
            <a:ext cx="420624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0215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Always at top level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[a, setA] = useState(0);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(x) { setA(1); } // fine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– Best Practices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5836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7040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minimal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00584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only what you absolutely need. Derive other values from existing state instead of storing duplicates.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8424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8424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33172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state where it is needed most. Lift state up only when sharing is required.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1012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101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355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functional updates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 state depends on the previous state, always use the setter's functional form: setState(prev =&gt; ...)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65836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65836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65836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7040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unrelated states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00584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multiple useState calls instead of one big object unless the values are tightly coupled.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98424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8424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8424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029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redundant state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33172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value can be computed from existing state or props, calculate it — don't store it in state.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310128"/>
            <a:ext cx="4251960" cy="1188720"/>
          </a:xfrm>
          <a:prstGeom prst="rect">
            <a:avLst/>
          </a:prstGeom>
          <a:solidFill>
            <a:srgbClr val="EAE8F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310128"/>
            <a:ext cx="411480" cy="11887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101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355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state purposefully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65760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lift state when sibling communication is required. Unnecessary lifting increases coupling.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Exercises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Counter App with useState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Counter component using useState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current count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Add: Increment, Decrement, Reset buttons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 should not go below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512064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4884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style={{ textAlign: "center", marginTop: "50px" }}&gt;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&lt;h1&gt;React Counter App&lt;/h1&gt;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&lt;h2&gt;Count: {count}&lt;/h2&gt;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+ 1)}&gt;Increment&lt;/button&gt;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onClick={() =&gt; setCount(count &gt; 0 ? count - 1 : 0)}&gt;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Decrement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setCount(0)}&gt;Reset&lt;/button&gt;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Counter;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548640"/>
            <a:ext cx="329184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576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0" y="86868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Counter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[Increment] [Decrement] [Reset]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560320"/>
            <a:ext cx="3291840" cy="2057400"/>
          </a:xfrm>
          <a:prstGeom prst="rect">
            <a:avLst/>
          </a:prstGeom>
          <a:solidFill>
            <a:srgbClr val="FFF8E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606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Task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9077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Add a step size input (1, 2, 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341071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Color the count red when below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391363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Add a history log of all changes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Dark/Light Theme Toggle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useState(false) for dark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Toggle background between #1E1E2E and #F7F6FF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Toggle text color accordingly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 current mode as a label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5623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ThemeToggle.jsx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512064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30552"/>
            <a:ext cx="4937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ThemeToggle()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[isDark, setIsDark] = useState(false);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theme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isDark ? "#1E1E2E" : "#F7F6FF",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isDark ? "#CDD6F4" : "#1A1A2E",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minHeight: "100vh",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"flex",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flexDirection: "column",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alignItems: "center",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justifyContent: "center",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style={theme}&gt;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&lt;h1&gt;{isDark ? "🌙 Dark Mode" : "☀️ Light Mode"}&lt;/h1&gt;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setIsDark(!isDark)}&gt;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to {isDark ? "Light" : "Dark"}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ThemeToggle;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23560" y="3383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Debugging Tips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566928"/>
            <a:ext cx="3291840" cy="16459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612648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VS Code Tips: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Use React DevTools browser extension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— inspect state values in real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console.log inside component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— logs on every re-render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Try adding: console.log("render:", isDark)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— you'll see it fires on each click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2331720"/>
            <a:ext cx="329184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359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0" y="265176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Mode (default):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#F7F6FF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Text: #1A1A2E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Label: ☀️ Light Mode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click: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#1E1E2E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Text: #CDD6F4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Label: 🌙 Dark Mode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– useState &amp; State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400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useState return?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9418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 array with two items: the current state value and a function to update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7218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4904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you modify state directly?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7922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mutation doesn't trigger React's re-render cycle. UI stays stale.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25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340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state and props?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6426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is owned/mutable by the component. Props are passed in and read-only.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1912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lift state up?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When two sibling components need to share and sync the same piece of data.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23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0416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rules of hooks?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Only call at top level. Only call inside functional components. Import from 'react'.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B4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Copyright Intellipaat. All rights reserved.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046720" y="73152"/>
            <a:ext cx="10058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65008" y="8229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IntelliPaat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Part 2: State Management with useState</dc:title>
  <dc:subject>PptxGenJS Presentation</dc:subject>
  <dc:creator>PptxGenJS</dc:creator>
  <cp:lastModifiedBy>PptxGenJS</cp:lastModifiedBy>
  <cp:revision>1</cp:revision>
  <dcterms:created xsi:type="dcterms:W3CDTF">2026-04-14T14:00:44Z</dcterms:created>
  <dcterms:modified xsi:type="dcterms:W3CDTF">2026-04-14T14:00:44Z</dcterms:modified>
</cp:coreProperties>
</file>