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2FA8"/>
          </a:solidFill>
          <a:ln w="12700">
            <a:solidFill>
              <a:srgbClr val="3D2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&amp;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– BTIN231 | S-VYASA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Hour Unit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2743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Props · Events · Forms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Controlled/Uncontrolled · 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32004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85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704088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Props?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179576"/>
            <a:ext cx="32004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9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197864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Data Between Components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673352"/>
            <a:ext cx="32004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1691640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Drilling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167128"/>
            <a:ext cx="32004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67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185416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Props &amp; Prop Types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660904"/>
            <a:ext cx="32004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60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679192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Communication Patterns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32004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172968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Pros, Cons &amp; Best Practices of Props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648456"/>
            <a:ext cx="32004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666744"/>
            <a:ext cx="7955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4572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8288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Props?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Data into Components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Props in React?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03920" cy="5029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12648"/>
            <a:ext cx="8412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(short for properties) are read-only inputs passed from a parent component to a child component to make components dynamic and reusable.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965960" cy="1417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80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→ child one way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234440"/>
            <a:ext cx="1965960" cy="1417320"/>
          </a:xfrm>
          <a:prstGeom prst="rect">
            <a:avLst/>
          </a:prstGeom>
          <a:solidFill>
            <a:srgbClr val="7B6FE8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280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783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component, different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234440"/>
            <a:ext cx="1965960" cy="1417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280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changes per prop value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234440"/>
            <a:ext cx="1965960" cy="1417320"/>
          </a:xfrm>
          <a:prstGeom prst="rect">
            <a:avLst/>
          </a:prstGeom>
          <a:solidFill>
            <a:srgbClr val="7B6FE8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280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Flow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1783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cannot modify received props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5603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788920"/>
            <a:ext cx="4114800" cy="1920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346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Parent Component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&lt;Greeting name="Prajwa" role="Instructor" /&gt;;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Child Component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Greeting(props)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&lt;h1&gt;Hello, {props.name}! You are a {props.role}.&lt;/h1&gt;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788920"/>
            <a:ext cx="4389120" cy="1920240"/>
          </a:xfrm>
          <a:prstGeom prst="rect">
            <a:avLst/>
          </a:prstGeom>
          <a:solidFill>
            <a:srgbClr val="FFF8EC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834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Rules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154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Props are READ-ONLY — never modify them inside the child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3474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Passed like HTML attributes on JSX elements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via props.name OR destructuring { name 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4114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pass any value: string, number, object, function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– Destructuring &amp; Passing Different Types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493776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Destructuring Props 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Card({ title, description, count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&lt;h2&gt;{title}&lt;/h2&gt;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&lt;p&gt;{description}&lt;/p&gt;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&lt;span&gt;Count: {count}&lt;/span&gt;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Passing Different Prop Types 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{ name: "Rahul", age: 20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title="Student Profile"          //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description="B.Tech CSE AI&amp;ML"   //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count={42}                        // number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user={user}                       // object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isActive={true}                   // boolean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onClick={() =&gt; alert("Clicked")}  //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594360"/>
            <a:ext cx="3566160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640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932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Destructure props for cleaner code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0" y="1234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default values for optional props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0" y="15361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descriptive prop names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0" y="18379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props with PropTypes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94960" y="2331720"/>
            <a:ext cx="3566160" cy="164592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3774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DON'T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26700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Mutate props inside child component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vague prop names like 'data', 'val'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32735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 entire component state as one prop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0" y="3575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Ignore undefined/null prop edge cases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4572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8288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Data Between Components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Drilling &amp; Component Trees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Drilling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8046720" cy="5029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85216"/>
            <a:ext cx="7955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drilling occurs when data must pass through multiple intermediate components that don't use it, just to reach a deeply nested component.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Drilling through 3 levels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572000" cy="33832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 — data originates here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username = "Kumar";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&lt;Parent username={username} /&gt;;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Parent.js — passes down without using 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Parent({ username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&lt;Child username={username} /&gt;;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Child.js — also just forwards 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Child({ username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&lt;GrandChild username={username} /&gt;;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GrandChild.js — finally uses the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GrandChild({ username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&lt;h1&gt;Hello, {username}!&lt;/h1&gt;;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777240"/>
            <a:ext cx="1828800" cy="5486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777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username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0" y="1645920"/>
            <a:ext cx="1828800" cy="548640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username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20640" y="2514600"/>
            <a:ext cx="182880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username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20640" y="3383280"/>
            <a:ext cx="18288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GrandChild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0" y="1234440"/>
            <a:ext cx="1737360" cy="2560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28016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maintain.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Redux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Props &amp; PropTypes Validation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 &amp; Example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502920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PropTypes from 'prop-types';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UserCard({ name, age, role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&lt;h2&gt;{name}&lt;/h2&gt;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&lt;p&gt;Age: {age} | Role: {role}&lt;/p&gt;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Props — used when prop is not passed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UserCard.defaultProps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18,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role: "Student",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PropTypes — validates the type at runtime (dev mode)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UserCard.propTypes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PropTypes.string.isRequired,  // MUST be passed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 PropTypes.number,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role: PropTypes.string,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UserCard;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32120" y="594360"/>
            <a:ext cx="3383280" cy="137160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640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PropTypes?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3560" y="1005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Catches type mismatches in dev mode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307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Serves as inline documentation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16093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silent bugs at runtime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32120" y="2057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PropTypes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2359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PropTypes.string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03720" y="23591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values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32120" y="26334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PropTypes.number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03720" y="26334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32120" y="29077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PropTypes.bool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03720" y="29077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32120" y="31821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PropTypes.func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03720" y="31821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223760" y="2359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PropTypes.array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95360" y="23591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23760" y="26334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PropTypes.object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95360" y="26334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23760" y="29077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PropTypes.node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95360" y="29077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renderable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23760" y="31821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PropTypes.element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95360" y="31821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element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Communication Patterns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2011680" cy="7315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→ Child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731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props (most common)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1069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&lt;Child data={value} /&gt;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2011680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→ Parent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callback props (functions)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0756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&lt;Child onSubmit={handleData} /&gt;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201168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 → Sibling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2743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state to common parent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3081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 holds shared state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703320"/>
            <a:ext cx="2011680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or Redux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23160" y="4087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useContext / Redux store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4114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 Pattern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640080"/>
            <a:ext cx="402336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6858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Child → Parent via callback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Child({ onMessage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onClick={() =&gt; onMessage("Hi from child!")}&gt;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Send 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Parent()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handleMessage = (msg)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console.log(msg); // "Hi from child!"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&lt;Child onMessage={handleMessage} /&gt;;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– Pros, Cons &amp; Best Practices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25603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704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components reusable with different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25603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97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115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one-way data flow (easy to debug)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25603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1527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 when named clearly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25603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1938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test individual components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594360"/>
            <a:ext cx="91440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594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685800"/>
            <a:ext cx="2560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685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7040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drilling — messy in deep trees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1097280"/>
            <a:ext cx="2560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1097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1155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mechanism upward (need callbacks)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1508760"/>
            <a:ext cx="2560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15270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prop lists hurt readability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1920240"/>
            <a:ext cx="2560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19385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child can't directly update parent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0" y="594360"/>
            <a:ext cx="914400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594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CONS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423160"/>
            <a:ext cx="16459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27432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Destructure props in the function signature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3090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Use PropTypes or TypeScript for type safety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343814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Keep component interfaces small and focused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78561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Lift state when siblings need the same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1330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Use Context API for deeply shared data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Exercises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Build a Student Profile Card with Props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StudentCard component that: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Accepts props: name, branch, semester, cgpa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them in a styled 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defaultProps for semester 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PropTypes validation for all fields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render 3 different students from App.js.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StudentCard.jsx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475488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68880"/>
            <a:ext cx="45720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StudentCard.jsx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PropTypes from 'prop-types';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StudentCard({ name, branch, semester, cgpa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style={{ border: "1px solid #5B4FCF",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padding: "16px", borderRadius: "8px",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margin: "8px", width: "200px"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&lt;h2&gt;{name}&lt;/h2&gt;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&lt;p&gt;Branch: {branch}&lt;/p&gt;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&lt;p&gt;Semester: {semester}&lt;/p&gt;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&lt;p&gt;CGPA: {cgpa}&lt;/p&gt;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StudentCard.defaultProps = { semester: 1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StudentCard.propTypes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PropTypes.string.isRequired,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branch:   PropTypes.string.isRequired,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semester: PropTypes.number,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cgpa:     PropTypes.number.isRequired,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StudentCard;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66360" y="21945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66360" y="2423160"/>
            <a:ext cx="374904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2468880"/>
            <a:ext cx="35661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StudentCard from './StudentCard';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&lt;StudentCard name="Rahul" branch="CSE AI&amp;ML"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semester={1} cgpa={8.5}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&lt;StudentCard name="Priya" branch="CSE AI&amp;ML"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cgpa={9.1}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&lt;StudentCard name="Arjun" branch="CSE AI&amp;ML"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semester={2} cgpa={7.8}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66360" y="566928"/>
            <a:ext cx="374904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594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57800" y="886968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┌──────────────────┐  ┌──────────────────┐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Rahul           │  │  Priya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Branch: CSE AI  │  │  Branch: CSE AI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Semester: 1     │  │  Semester: 1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CGPA: 8.5       │  │  CGPA: 9.1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└──────────────────┘  └──────────────────┘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– Props &amp; Component Communication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57200" cy="3474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8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67665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props mutable inside a child component?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No. Props are read-only. Use state for mutable values.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457200" cy="3474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459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6642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send data from a child to a parent?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9933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Pass a callback function as a prop to the child and call 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457200" cy="3474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334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props drilling and how do you avoid it?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9809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Passing props through many levels unnecessarily. Use Context API or Redux.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621024"/>
            <a:ext cx="457200" cy="3474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210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6393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.isRequired do in PropTypes?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96849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 throws a warning in dev mode if that prop is not provided.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– Part 1: Props &amp; Component Communication</dc:title>
  <dc:subject>PptxGenJS Presentation</dc:subject>
  <dc:creator>PptxGenJS</dc:creator>
  <cp:lastModifiedBy>PptxGenJS</cp:lastModifiedBy>
  <cp:revision>1</cp:revision>
  <dcterms:created xsi:type="dcterms:W3CDTF">2026-04-15T02:58:08Z</dcterms:created>
  <dcterms:modified xsi:type="dcterms:W3CDTF">2026-04-15T02:58:08Z</dcterms:modified>
</cp:coreProperties>
</file>