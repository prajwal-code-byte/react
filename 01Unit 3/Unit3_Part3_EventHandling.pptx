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– BTIN231 | S-VYASA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Synthetic Events vs DOM Events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8470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Common Event Types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32257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 Handler Patterns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79806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Passing Arguments to Handlers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2735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preventDefault &amp; stopPropagation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 Bubbling &amp; Capturing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8288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 in React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User Interactions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Events – React's Event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039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2648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wraps native browser events in SyntheticEvent objects, providing a cross-browser consistent API that pools events for performance.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vs React Event Syntax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02920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HTML (vanilla JS)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onclick="handleClick()"&gt;Click&lt;/button&gt;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 JSX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onClick={handleClick}&gt;Click&lt;/button&gt;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↑ camelCase     ↑ no quotes — pass function reference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Accessing the event object 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handleClick(event)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console.log(event.type);    // "click"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console.log(event.target);  // the DOM element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console.log(event.target.value);  // input 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Inline arrow function (also valid) 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onClick={(e) =&gt; console.log(e.target)}&gt;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 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188720"/>
            <a:ext cx="164592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1188720"/>
            <a:ext cx="1645920" cy="3657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591056"/>
            <a:ext cx="1645920" cy="41148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6093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 (lowercase)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1591056"/>
            <a:ext cx="1645920" cy="41148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6093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 (camelCase)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048256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0665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 'handleClick()'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2048256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20665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{handleClick}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2505456"/>
            <a:ext cx="1645920" cy="41148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5237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DOM Event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2505456"/>
            <a:ext cx="1645920" cy="41148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5237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SyntheticEvent wrapper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2962656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9809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per browser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2962656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9809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consistent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419856"/>
            <a:ext cx="1645920" cy="41148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34381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false to prevent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3419856"/>
            <a:ext cx="1645920" cy="41148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438144"/>
            <a:ext cx="1554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e.preventDefault()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Event Types in React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2057400" cy="3657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onDoubleClick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onMouseEnter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665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onMouseLeave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414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onMouseOver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621792"/>
            <a:ext cx="20574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1024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onKeyDown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onKeyUp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onKeyPress (deprecated)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0665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e.key === 'Enter'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414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e.keyCode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621792"/>
            <a:ext cx="20574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024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onSubmit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onFocus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0665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onBlur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414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onInput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621792"/>
            <a:ext cx="20574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621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1024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onPaste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20665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e.clipboardData.getData()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21031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– Keyboard &amp; Mouse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331720"/>
            <a:ext cx="8503920" cy="2423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377440"/>
            <a:ext cx="8321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Keyboard events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SearchBox()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handleKey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(e.key === 'Enter')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console.log("Search:", e.target.value);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&lt;input onKeyDown={handleKey} placeholder="Search..." /&gt;;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Mouse events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HoverCard()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[hovered, setHovered] = useState(false);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onMouseEnter={() =&gt; setHovered(true)}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onMouseLeave={() =&gt; setHovered(false)}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style={{ background: hovered ? "#EAE8FF" : "white"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Hover over me!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Arguments to Event Handlers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Passing Arguments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303520" cy="4297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PROBLEM: calling vs referencing 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onClick={deleteItem(id)}&gt;Delete&lt;/button&gt;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WRONG — deleteItem(id) runs IMMEDIATELY on render!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SOLUTION 1: Arrow function wrapper 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onClick={() =&gt; deleteItem(id)}&gt;Delete&lt;/button&gt;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Arrow function is a reference — runs on click only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SOLUTION 2: bind 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onClick={deleteItem.bind(null, id)}&gt;Delete&lt;/button&gt;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Also valid, but arrow function preferred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Full practical example 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StudentList()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[students, setStudents] = useState([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1, name: "Rahul"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2, name: "Priya"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3, name: "Arjun"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deleteStudent = (id)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setStudents(students.filter(s =&gt; s.id !== id));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{students.map(student =&gt;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 key={student.id}&gt;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{student.name}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&lt;button onClick={() =&gt; deleteStudent(student.id)}&gt;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0" y="36576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Advanced: Event + Argument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594360"/>
            <a:ext cx="3154680" cy="4297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640080"/>
            <a:ext cx="2971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Passing both event AND argument 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onChange={(e) =&gt; updateField("name", e.target.value)}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updateField(fieldName, value)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setForm(prev =&gt; ({ ...prev, [fieldName]: value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Handler factory pattern 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handleChange = (field) =&gt;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setForm(prev =&gt; 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...prev,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[field]: e.target.value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onChange={handleChange("name")}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onChange={handleChange("email")} /&gt;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 &amp; stopPropagation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4389120" cy="38404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preventDefault ────────────────────────────────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Use: Stop the browser's default behaviour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LoginForm()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 // ← stops page refresh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console.log("Form submitted via React, not browser");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type="text" placeholder="Username"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type="submit"&gt;Login&lt;/button&gt;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Other cases for preventDefault: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&lt;a href="/home" onClick={e =&gt; e.preventDefault()}&gt;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→ stop navigation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Checkbox: prevent default check behaviour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3657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e.stopPropagation()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594360"/>
            <a:ext cx="4023360" cy="38404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64008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stopPropagation 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Use: Stop event bubbling up to parent elements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handleCardClick =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console.log("Card clicked");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handleButtonClick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e.stopPropagation(); // ← prevents Card from firing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console.log("Button clicked only");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onClick={handleCardClick}&gt;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&lt;h2&gt;Article Title&lt;/h2&gt;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onClick={handleButtonClick}&gt;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Without stopPropagation, clicking Delete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would also trigger handleCardClick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572000"/>
            <a:ext cx="8503920" cy="292608"/>
          </a:xfrm>
          <a:prstGeom prst="rect">
            <a:avLst/>
          </a:prstGeom>
          <a:solidFill>
            <a:srgbClr val="FFF8E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5994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Use stopPropagation sparingly — overuse makes event flow hard to trace and debug.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 &amp; Capturing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039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2648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Bubbling: Events fire on the target element first, then bubble up through ancestors. Capturing (capture phase) is the opposite — parent fires first.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11480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338328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240280"/>
            <a:ext cx="2651760" cy="41148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(parent)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2743200"/>
            <a:ext cx="1920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743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(target)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Bubble 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9601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Bubbling Example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438912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23444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 events bubble by default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 handlers fire when inner div clicked: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BubbleDemo()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onClick={() =&gt; console.log("Parent")}&gt;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console.log("Button")}&gt;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Click 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Output: "Button" → then "Parent"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Capture phase (fires parent FIRST):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onClickCapture={() =&gt; console.log("Parent first")}&gt;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onClick={() =&gt; console.log("Button")}&gt;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4290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Delegation Pattern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1480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 Practice: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event delegation at parent level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instead of attaching handlers to every child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 onClick={(e)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(e.target.tagName === "LI")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console.log("Clicked:", e.target.textContent);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1&lt;/li&gt;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2&lt;/li&gt;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3&lt;/li&gt;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 Exercises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Interactive Button Panel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component that: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Tracks last clicked button (onClick)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a live typed message (onChange)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key pressed on Enter (onKeyDown)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a form with preventDefault on submit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EventPlayground.jsx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850392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94560"/>
            <a:ext cx="8321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EventPlayground()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[lastClicked, setLastClicked]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[message, setMessage]        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[submitted, setSubmitted]     = useState(false);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handleKey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(e.key === "Enter")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alert("You pressed Enter! Message: " + message);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setSubmitted(true);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style={{ padding: "20px"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&lt;h2&gt;Event Playground&lt;/h2&gt;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{["Red","Green","Blue"].map(color =&gt;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key={color}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style={{ background: color.toLowerCase(), color: "white", margin: "4px"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onClick={() =&gt; setLastClicked(color)}&gt;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{color}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&lt;p&gt;Last Clicked: &lt;strong&gt;{lastClicked || "None"}&lt;/strong&gt;&lt;/p&gt;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&lt;form onSubmit={handleSubmit}&gt;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value={message}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onChange={e =&gt; setMessage(e.target.value)}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onKeyDown={handleKey}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placeholder="Type and press Enter or Submit"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type="submit"&gt;Submit&lt;/button&gt;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{submitted &amp;&amp; &lt;p&gt;✅ Form submitted: {message}&lt;/p&gt;}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EventPlayground;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– Event Handling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6400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camelCase for events in React?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9418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JSX follows JavaScript naming conventions, not HTML attribute names.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72184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721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4904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SyntheticEvent?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7922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React's cross-browser wrapper around native events, consistent across all browsers.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225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3408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I write onClick={deleteItem(id)}?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6426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That calls the function immediately during render. Use onClick={() =&gt; deleteItem(id)}.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72968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1912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e.preventDefault() do?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93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stops the browser's default action (e.g., form submission page reload, link navigation).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23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0416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bubbling and capturing?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Bubbling: child → parent. Capturing: parent → child. React uses bubbling by default.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Part 3: Event Handling in React</dc:title>
  <dc:subject>PptxGenJS Presentation</dc:subject>
  <dc:creator>PptxGenJS</dc:creator>
  <cp:lastModifiedBy>PptxGenJS</cp:lastModifiedBy>
  <cp:revision>1</cp:revision>
  <dcterms:created xsi:type="dcterms:W3CDTF">2026-04-14T14:02:06Z</dcterms:created>
  <dcterms:modified xsi:type="dcterms:W3CDTF">2026-04-14T14:02:06Z</dcterms:modified>
</cp:coreProperties>
</file>